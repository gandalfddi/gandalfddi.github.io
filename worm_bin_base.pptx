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>
        <p:scale>
          <a:sx n="90" d="100"/>
          <a:sy n="90" d="100"/>
        </p:scale>
        <p:origin x="6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D579A-6A49-4AEA-B040-2178C044C5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9A5FC0-50F6-495E-8E58-F5D747F237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26B7E2-B7D9-4C53-A00C-5BB9684EC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E9CD2-41F6-4C49-88C8-284BC6E834C5}" type="datetimeFigureOut">
              <a:rPr lang="en-US" smtClean="0"/>
              <a:t>5/8/2021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F8978A-0666-41B2-B433-7D62261DA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93311-951E-4416-9210-D95FD6AFE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69F98-C87D-4615-9174-F9564D813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540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C179C-1F04-4569-B185-5695E1A5B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EE861-C1C7-4D3F-A157-341040224A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8EE7A-A020-4789-BB96-AC216AF45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E9CD2-41F6-4C49-88C8-284BC6E834C5}" type="datetimeFigureOut">
              <a:rPr lang="en-US" smtClean="0"/>
              <a:t>5/8/2021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1DA1B-AB5B-45A1-AEE0-5BF9C655E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6C49A-7175-4C60-8FF1-22E1C2E2F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69F98-C87D-4615-9174-F9564D813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65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EBD1A-0595-49EA-9C89-64D9583CD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630FB3-5D25-4269-A800-590794F9E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5FDC1-2D80-46C6-B6E4-36CF2CB71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E9CD2-41F6-4C49-88C8-284BC6E834C5}" type="datetimeFigureOut">
              <a:rPr lang="en-US" smtClean="0"/>
              <a:t>5/8/2021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9ECDD-E4AB-4018-A8C1-34B60A16D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75937D-AE50-4D9C-8D89-D65D452AF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69F98-C87D-4615-9174-F9564D813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332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DCC61-4CBA-4F66-AD8B-1E4967402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AF0D0-9192-4059-AAF1-69891FA874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38166C-F2B9-4847-914A-BACC58C5C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9E4192-DFA5-4729-9A20-434D3C119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E9CD2-41F6-4C49-88C8-284BC6E834C5}" type="datetimeFigureOut">
              <a:rPr lang="en-US" smtClean="0"/>
              <a:t>5/8/2021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977E1C-8EB8-48F8-BB4D-9AD576D41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129CAC-ABBE-43C8-904D-6C09F7C52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69F98-C87D-4615-9174-F9564D813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538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47B4F-B015-414D-B9D5-F9CA0C81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9AB994-536F-4383-802A-EB710836C9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07DEB8-1084-4696-B51E-C491B483BE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7B6A44-815C-46FC-A82A-DB5EC889E1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212DB5-EDCA-4B92-95F7-F01BC19B4A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71773A-D36C-4D9A-8206-343064DC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E9CD2-41F6-4C49-88C8-284BC6E834C5}" type="datetimeFigureOut">
              <a:rPr lang="en-US" smtClean="0"/>
              <a:t>5/8/2021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E75493-92BE-4D72-BD55-9CABAD441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06F622-F8C5-4A1D-A8C2-AF493B872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69F98-C87D-4615-9174-F9564D813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015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3F1E0-679C-4A06-860C-9E5337D6D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F7805E-3C42-4637-8F67-156C9EFEE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E9CD2-41F6-4C49-88C8-284BC6E834C5}" type="datetimeFigureOut">
              <a:rPr lang="en-US" smtClean="0"/>
              <a:t>5/8/2021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73417E-E81C-4E4C-BD64-45DF02A88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0872-AEB5-442F-9185-A15980810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69F98-C87D-4615-9174-F9564D813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800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8CABCE-F70E-49FB-AAC4-BABF4DFE0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E9CD2-41F6-4C49-88C8-284BC6E834C5}" type="datetimeFigureOut">
              <a:rPr lang="en-US" smtClean="0"/>
              <a:t>5/8/2021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0DFF0C-C190-4ACD-9E3D-AC69640E6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4E47F-FD49-4D8B-8E09-34C3C987E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69F98-C87D-4615-9174-F9564D813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260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0BD83-CF76-486B-8487-0075D2963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6A4F8-1F24-4AB2-AAAF-B3CEBF0473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37832A-AE1A-482D-93BD-362675F095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AB5A2A-9416-44B6-8C8E-329756DC6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E9CD2-41F6-4C49-88C8-284BC6E834C5}" type="datetimeFigureOut">
              <a:rPr lang="en-US" smtClean="0"/>
              <a:t>5/8/2021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BCC088-FBD6-41B8-8B44-5EF68513F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F74BBC-0415-4E90-B656-A5DD4D8AE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69F98-C87D-4615-9174-F9564D813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861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68F25-B13E-4E34-ADDD-E008C5C08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3A46E0-6CB8-4E19-A1DD-5B8C67326F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FCF005-BE88-4BC5-9D6D-DC077A864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8F8F15-C929-4F6D-881C-2BD9AD241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E9CD2-41F6-4C49-88C8-284BC6E834C5}" type="datetimeFigureOut">
              <a:rPr lang="en-US" smtClean="0"/>
              <a:t>5/8/2021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638E2-6B6B-4D06-ABE2-87F586A1D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C6209C-FBF5-4D5F-9DCE-AE4325551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69F98-C87D-4615-9174-F9564D813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884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9A02D-E03F-42E9-9153-4BA191BAA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061099-B9C3-4107-B0C0-9CA8383AAF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EF2CD6-6AE0-4282-9BBF-D8E7F39F8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E9CD2-41F6-4C49-88C8-284BC6E834C5}" type="datetimeFigureOut">
              <a:rPr lang="en-US" smtClean="0"/>
              <a:t>5/8/2021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0CA5A2-1D8B-4C6F-BD72-6D9F2F632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C5384-DF35-49ED-87D6-C838F1EA9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69F98-C87D-4615-9174-F9564D813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301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454B1F-641A-4975-A71B-31D5BECA27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33F428-870E-4436-99A5-0275796F2C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4DA00-DE8E-4A1E-8BCA-B6614A761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E9CD2-41F6-4C49-88C8-284BC6E834C5}" type="datetimeFigureOut">
              <a:rPr lang="en-US" smtClean="0"/>
              <a:t>5/8/2021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547FA-7B5D-48D0-B66F-3149A4724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00FECD-942B-4F86-A8F2-8FA3E4F3D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69F98-C87D-4615-9174-F9564D813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981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E16092-6558-4317-B338-B31745D71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554596-E515-4073-B450-F796724AC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65C76B-000A-468E-A156-926EAB693C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8E9CD2-41F6-4C49-88C8-284BC6E834C5}" type="datetimeFigureOut">
              <a:rPr lang="en-US" smtClean="0"/>
              <a:t>5/8/2021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99C6F-048C-4D3E-AD5E-37A193E283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B04490-8032-4B41-A901-9698A087BA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D69F98-C87D-4615-9174-F9564D8131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430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09BF411-4B82-4412-A179-79ECD6A10F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3506" y="987711"/>
            <a:ext cx="3161271" cy="2913861"/>
          </a:xfrm>
        </p:spPr>
        <p:txBody>
          <a:bodyPr>
            <a:normAutofit/>
          </a:bodyPr>
          <a:lstStyle/>
          <a:p>
            <a:r>
              <a:rPr lang="en-US" dirty="0"/>
              <a:t>1’ = 1”</a:t>
            </a:r>
          </a:p>
          <a:p>
            <a:r>
              <a:rPr lang="en-US" dirty="0"/>
              <a:t>1” = 0.083</a:t>
            </a:r>
          </a:p>
          <a:p>
            <a:r>
              <a:rPr lang="en-US" dirty="0"/>
              <a:t>3.5” = 0.3</a:t>
            </a:r>
          </a:p>
          <a:p>
            <a:r>
              <a:rPr lang="en-US" dirty="0"/>
              <a:t>2’2” = 2.17</a:t>
            </a:r>
          </a:p>
          <a:p>
            <a:r>
              <a:rPr lang="en-US" dirty="0"/>
              <a:t>10’ = 10”</a:t>
            </a:r>
          </a:p>
          <a:p>
            <a:r>
              <a:rPr lang="en-US" dirty="0"/>
              <a:t>6 layers 6 boards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1BCA10-4270-4EA0-A94A-CBB3354CC64D}"/>
              </a:ext>
            </a:extLst>
          </p:cNvPr>
          <p:cNvSpPr/>
          <p:nvPr/>
        </p:nvSpPr>
        <p:spPr>
          <a:xfrm>
            <a:off x="3774292" y="1453471"/>
            <a:ext cx="1984248" cy="274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03758E-9518-4C78-8B94-7D7F90195BC8}"/>
              </a:ext>
            </a:extLst>
          </p:cNvPr>
          <p:cNvSpPr/>
          <p:nvPr/>
        </p:nvSpPr>
        <p:spPr>
          <a:xfrm>
            <a:off x="1682602" y="6094051"/>
            <a:ext cx="9144000" cy="274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A31594-07AE-4C1D-95F1-6BFB2059059A}"/>
              </a:ext>
            </a:extLst>
          </p:cNvPr>
          <p:cNvSpPr/>
          <p:nvPr/>
        </p:nvSpPr>
        <p:spPr>
          <a:xfrm>
            <a:off x="4064043" y="3435116"/>
            <a:ext cx="1984248" cy="274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0C029A-7897-4B22-AB25-E9844844D4B4}"/>
              </a:ext>
            </a:extLst>
          </p:cNvPr>
          <p:cNvSpPr/>
          <p:nvPr/>
        </p:nvSpPr>
        <p:spPr>
          <a:xfrm rot="5400000">
            <a:off x="2922141" y="2582755"/>
            <a:ext cx="1984248" cy="274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E46A66-16F7-4CF5-85B1-954FC7D90231}"/>
              </a:ext>
            </a:extLst>
          </p:cNvPr>
          <p:cNvSpPr/>
          <p:nvPr/>
        </p:nvSpPr>
        <p:spPr>
          <a:xfrm rot="5400000">
            <a:off x="4916675" y="2307482"/>
            <a:ext cx="1984248" cy="274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5545BBC-FE90-4909-AF4A-276C0506BEFD}"/>
              </a:ext>
            </a:extLst>
          </p:cNvPr>
          <p:cNvSpPr/>
          <p:nvPr/>
        </p:nvSpPr>
        <p:spPr>
          <a:xfrm>
            <a:off x="3909502" y="1520673"/>
            <a:ext cx="1984248" cy="7315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9E2C3DE-3F0D-4670-8C1E-03BA3CB21658}"/>
              </a:ext>
            </a:extLst>
          </p:cNvPr>
          <p:cNvSpPr/>
          <p:nvPr/>
        </p:nvSpPr>
        <p:spPr>
          <a:xfrm>
            <a:off x="3929314" y="3515091"/>
            <a:ext cx="1984248" cy="7315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D030510-F763-43D4-8C6B-90E84904BA90}"/>
              </a:ext>
            </a:extLst>
          </p:cNvPr>
          <p:cNvSpPr/>
          <p:nvPr/>
        </p:nvSpPr>
        <p:spPr>
          <a:xfrm rot="5400000">
            <a:off x="4905223" y="2516619"/>
            <a:ext cx="1984248" cy="7315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EE0F91-9707-4E08-99AE-4067967AAFE7}"/>
              </a:ext>
            </a:extLst>
          </p:cNvPr>
          <p:cNvSpPr/>
          <p:nvPr/>
        </p:nvSpPr>
        <p:spPr>
          <a:xfrm rot="5400000">
            <a:off x="2931495" y="2516619"/>
            <a:ext cx="1984248" cy="7315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437089-E47A-4C2E-AAA5-38103ABC1652}"/>
              </a:ext>
            </a:extLst>
          </p:cNvPr>
          <p:cNvSpPr/>
          <p:nvPr/>
        </p:nvSpPr>
        <p:spPr>
          <a:xfrm>
            <a:off x="1682602" y="5735293"/>
            <a:ext cx="1984248" cy="274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AC878E6-4724-4E81-A122-C45C78C3DC8D}"/>
              </a:ext>
            </a:extLst>
          </p:cNvPr>
          <p:cNvSpPr/>
          <p:nvPr/>
        </p:nvSpPr>
        <p:spPr>
          <a:xfrm>
            <a:off x="3741260" y="5729428"/>
            <a:ext cx="1984248" cy="274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2C8995-6EE8-4FAE-9FF6-D7F528353165}"/>
              </a:ext>
            </a:extLst>
          </p:cNvPr>
          <p:cNvSpPr/>
          <p:nvPr/>
        </p:nvSpPr>
        <p:spPr>
          <a:xfrm>
            <a:off x="7802018" y="5729428"/>
            <a:ext cx="1984248" cy="274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A2C2FD5-3771-4D11-AADA-5B8B62B604CA}"/>
              </a:ext>
            </a:extLst>
          </p:cNvPr>
          <p:cNvSpPr/>
          <p:nvPr/>
        </p:nvSpPr>
        <p:spPr>
          <a:xfrm>
            <a:off x="5771639" y="5729428"/>
            <a:ext cx="1984248" cy="274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72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26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Ken Hollis</dc:creator>
  <cp:lastModifiedBy>Ken Hollis</cp:lastModifiedBy>
  <cp:revision>5</cp:revision>
  <dcterms:created xsi:type="dcterms:W3CDTF">2021-05-08T19:41:20Z</dcterms:created>
  <dcterms:modified xsi:type="dcterms:W3CDTF">2021-05-08T19:50:33Z</dcterms:modified>
</cp:coreProperties>
</file>